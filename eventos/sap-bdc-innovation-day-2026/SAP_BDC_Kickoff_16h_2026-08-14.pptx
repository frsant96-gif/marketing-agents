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Kick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A800"/>
                </a:solidFill>
              </a:rPr>
              <a:t>SAP Innovation Day | Data Foundation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Antes da IA, vêm os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Reunião de kick off — 14/08 · 16h  |  Evento em 26/08 · SAP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1. ABERTURA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F6C"/>
                </a:solidFill>
              </a:rPr>
              <a:t>Visão Geral do Evento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71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26/08 · 08h30 às 12h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SAP Brasil — Av. das Nações Unidas, 14171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17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SAP Business Data Cloud com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Gerar demanda qualificada para SAP BDC, aproximar contas
estratégicas (+R$800M/ano) e converter em reunião/diagnóstico/PoC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2. METAS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F6C"/>
                </a:solidFill>
              </a:rPr>
              <a:t>Metas do Evento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560320" cy="1371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Inscrições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560320" cy="1371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Participantes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463040"/>
            <a:ext cx="2560320" cy="1371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≥42%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Comparecimento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399" y="1463040"/>
            <a:ext cx="2560320" cy="1371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399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Contas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2560320" cy="1371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Oportunidades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108960"/>
            <a:ext cx="2560320" cy="13716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R$ 1,1M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Pipeline potencial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79" y="3108960"/>
            <a:ext cx="2560320" cy="13716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R$ 6,5 mil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Investimento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399" y="3108960"/>
            <a:ext cx="2560320" cy="13716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399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168x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399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ROI potencial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3.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F6C"/>
                </a:solidFill>
              </a:rPr>
              <a:t>Onde Estamos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solidFill>
            <a:srgbClr val="FCE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B2B"/>
                </a:solidFill>
              </a:rPr>
              <a:t>⚠ ALERTA DE PRAZO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Hoje é 14/08 — evento em 12 dias. Divulgação e e-mails de convite já deveriam ter
começado em 21/07 e 26/07. Estamos atrasados no funil — foco #1 da reunião.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3774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539496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Frente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Pendência crítica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Lista de convidados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Em branco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Fechar lista hoje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Case de sucesso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Em validação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Confirmar cliente esta semana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Página + formulário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Layout pronto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Confirmar publicação/link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E-mails de convite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2 disparos perdidos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Replanejar cadência comprimida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Posts redes sociais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Atrasados (post 01 e 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Publicar retroativo esta semana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Anúncios (LinkedIn/Google)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Budget aprovado R$1.000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Confirmar campanha no ar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Brindes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Pendente aprovação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Aprovar R$ 300,00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4. PROGRAMAÇÃO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F6C"/>
                </a:solidFill>
              </a:rPr>
              <a:t>Agenda do Dia 26/08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  <a:gridCol w="329184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Horário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Bloco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08h30–09h00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Recepção e 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Coffee / chegada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09h00–09h30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Abertura: antes da IA, vêm os dados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SAP + Solveplan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09h30–10h00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SAP BDC: fundação de dados integrados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Especialista SAP/Solveplan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10h00–10h30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Demonstração prática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Solveplan + SAP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10h30–10h40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10h40–11h10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Case de sucesso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Cliente convidado (pendente)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11h10–11h40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Próximos passos / encerramento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11h40–12h00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Networking final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5. POSICIONAMENTO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F6C"/>
                </a:solidFill>
              </a:rPr>
              <a:t>Mensagem-Chave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"Sua empresa já tem os dados. O SAP BDC entrega a IA."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444444"/>
                </a:solidFill>
              </a:rPr>
              <a:t>•  Tom: expert/conselheiro, direto, orientado a negócio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444444"/>
                </a:solidFill>
              </a:rPr>
              <a:t>•  Não mencionar preço sem qualificação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444444"/>
                </a:solidFill>
              </a:rPr>
              <a:t>•  Não comparar com Databricks/Snowflake sem contexto adequado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444444"/>
                </a:solidFill>
              </a:rPr>
              <a:t>•  CTA lead: inscrição no evento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444444"/>
                </a:solidFill>
              </a:rPr>
              <a:t>•  CTA SQL: diagnóstico gratuito / reunião com especialista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6. 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F6C"/>
                </a:solidFill>
              </a:rPr>
              <a:t>Decisões para Sair Desta Reunião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Quem fecha a lista de convidados hoje/amanhã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Quem confirma o cliente do case de sucesso — e até quando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Replanejar cadência de e-mails (2–3 disparos comprimidos até 24/08)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Quem publica os posts atrasados (lançamento + convite 01) esta semana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Confirmar se anúncios (LinkedIn/Google) já estão ativos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Aprovar custo de brindes (R$ 300)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Confirmar apresentador SAP e especialista Solveplan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Definir dono de cada frente com prazo até fim desta semana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7.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F6C"/>
                </a:solidFill>
              </a:rPr>
              <a:t>Próximos Passos Imediatos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Fechar lista de 120 contas/contatos-alvo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Confirmar cliente do case de sucesso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Disparar e-mail de convite 01 (atrasado) ainda esta semana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Publicar post de lançamento + convite 01 (atrasados)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Validar página do evento e formulário ao vivo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Confirmar campanha de anúncios no ar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Aprovar budget de brindes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444444"/>
                </a:solidFill>
              </a:rPr>
              <a:t>•  Confirmar palestrantes (SAP + Solveplan + cliente)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</a:rPr>
              <a:t>Fonte: Planejamento de Evento — Abril 2026 | eventos/sap-bdc-innovation-day-2026/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