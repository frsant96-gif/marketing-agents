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Planejamento de Evento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A800"/>
                </a:solidFill>
              </a:rPr>
              <a:t>SAP BDC Innovation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Dados como Ativo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26 de agosto de 2026  |  SAP Brasil, São Paulo  |  08:30 às 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Detalhes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02920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Nome: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005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BDC Innovation Day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Tema: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07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Business Data Cloud (BDC)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Data: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9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26 de agosto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110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Horário: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110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08:30 às 12h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Local: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12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Brasil — Av. das Nações Unidas, 14171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Auditório: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MASP — até 60 pessoas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16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Público-alvo convidado: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8163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120 pessoas (considerando quebra ~42%)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Objetivos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868680"/>
            <a:ext cx="48463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Awareness e posicionamento como referência BDC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Expandir contatos e networking estratégico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Gerar novas oportunidades de negócio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Retenção e upsell de clientes ativos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468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Geração de deals no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Solução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SAP Business
Data Cloud (BDC)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Objetivo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Awareness e geração
de demanda (deals no pipe)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Etapa do Funil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Meio e fundo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Período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Jun – Ago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+R$ 2B faturamento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Indústria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Cross industry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Persona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Controller, Head de Dados,
CIO, CFO — Diretor, Gerente,
Coordenador, Analista Sênior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Conversão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Reunião / Diagnóstico / PoC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Metas de Sucesso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Baseline: edição de fev/2025 — 108 inscrições / 63 presentes / 5 deals / ROI 9.824% / R$ 5.034,80 investimento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Inscrições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Participantes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≥58%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Taxa de Comparecimento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MQLs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SQLs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27432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Oportunidades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657600"/>
            <a:ext cx="27432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R$ 3M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Pipeline Esperado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657600"/>
            <a:ext cx="27432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&gt;9.000%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ROI Estimado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5669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08:30 – 09:00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05840"/>
            <a:ext cx="8961120" cy="566928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05156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Coffee de boas-vindas + networking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09:00 – 09:30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664208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7099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Abertura — Solveplan + contexto SAP BDC no mercado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22576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09:30 – 10:15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322576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368296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Business Data Cloud: unificando dados SAP e non-SAP com IA integrada + demo ao vivo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80944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80944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10:15 – 10:45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80944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026663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Case de sucesso — cliente Solveplan (a confirmar: VALE / Klabin / Aegea)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1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39311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10:45 – 11:15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639311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685031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Mesa redonda: desafios reais de dados nas empresas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79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97679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11:15 – 11:30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297679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4343399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Encerramento + próximos passos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56047"/>
            <a:ext cx="2286000" cy="5669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56047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11:30 – 12:00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956047"/>
            <a:ext cx="8961120" cy="566928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5001767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Networking livre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Orçamento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Valor Previsto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Realizado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Coffee (70 pax)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R$ 4.400,00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Brindes (Moleskine + Caneta)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R$ 800,00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11247120" cy="411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LinkedIn Ads (convite para o evento)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R$ 800,00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11247120" cy="4114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R$ 6.000,00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Custo por inscrito esperado: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~R$ 50,00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Custo por participante esperado: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~R$ 86,00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Custo por oportunidade esperado: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~R$ 1.000,00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074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Referência fev/2025: R$ 5.034,80 investidos → 5 deals → ROI 9.824%. Com R$ 6.000,00 e meta de 6 deals, projeção de ROI superior.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Cronograma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Planejamento
Definições e confirmações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9624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4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Criação e Divulgação
Materiais + início dos convites (21/07)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AGO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8928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Convites e RSVP
Reforço WhatsApp + confirmações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1097280"/>
            <a:ext cx="21031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26/08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1352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9792" y="1554480"/>
            <a:ext cx="2103120" cy="292608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EVENTO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0656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SET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72216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0656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Follow-up e Report
CRM + relatório de resultados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Sequência de e-mails: 21/07 → 28/07 → 04/08 → 11/08 → 18/08 → Lembrete 24/08 → Agradecimento 27/08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Comunicação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E-mails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E-mail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538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21/07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5389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1º convite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19656"/>
            <a:ext cx="530352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5623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E-mail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85623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2F6C"/>
                </a:solidFill>
              </a:rPr>
              <a:t>28/07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5623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2º convite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21992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585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E-mail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2585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04/08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5856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3º convite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24328"/>
            <a:ext cx="530352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6090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E-mail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66090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2F6C"/>
                </a:solidFill>
              </a:rPr>
              <a:t>11/08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66090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4º convite + WhatsApp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26664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E-mail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06324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18/08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0632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RSVP / últimas vagas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29000"/>
            <a:ext cx="530352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655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Lembrete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46557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2F6C"/>
                </a:solidFill>
              </a:rPr>
              <a:t>24/08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4655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D-2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31336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679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Agradecimento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8679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27/08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8679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Pós-evento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Canais de Divulgação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41732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LinkedIn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1737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Posts orgânicos + anúncios pagos (R$ 800,00)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19456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240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Instagram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Posts + Stories + Reels durante o evento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7180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WhatsApp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291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Disparo direto para contatos qualificados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749039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3794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E-mail Marketing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0690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Base de contatos segmentada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526279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57199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Site SAP Brasil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84631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Divulgação na plataforma da SAP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Engajamento, Brindes e Vestimenta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035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Pesquisa &amp; Engajamento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QR Code de Pesquisa de Satisfação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Plataforma: Qualtrics (digital)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Brinde condicionado ao preenchimento via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Captação de dados para CRM no mesmo momento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3035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Brindes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020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Moleskine (caderneta)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Caneta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Entrega mediante confirmação de preenchimento da pesquisa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05840"/>
            <a:ext cx="53035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Vestimenta do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48132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Presença no evento: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Sócios + Francielle Beline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Vestimenta: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Camiseta Insider com layout Solveplan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53035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Coffee Break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49300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Bebidas: café, leite, suco, chá, água, iogurte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913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Doces + frutas: mini bolo, waffle, salada de frutas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61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Salgados: mini sanduíches, pão de queijo, folhado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08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70 pessoas | ~R$ 4.400,00 | 2 funcionários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Resultados Esperados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4444"/>
                </a:solidFill>
              </a:rPr>
              <a:t>Fev/2025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Meta Ago/2026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Inscrições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3990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380744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3990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120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19656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928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Participantes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9280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74519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892807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13432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865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Taxa comp.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38658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58%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368296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38658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≥ 58%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07208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MQLs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8803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862072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8803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00984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7413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SQLs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3741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355848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3741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94760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8679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Deals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867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849624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8679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88536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616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Investimento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3616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R$5.034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4343400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3616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R$6.000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82312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8554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ROI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855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9.824%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4837176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48554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&gt;9.000%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069848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93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Confirmar reserva do Auditório MASP na SAP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289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20/06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379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Definir nome definitivo do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379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20/06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8658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Confirmar case de sucesso com cliente (VALE / Klabin / Aegea)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3865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30/06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8036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9352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Produção dos materiais (convite, e-mails, anúncios, card WhatsApp)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352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01/07 – 14/07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838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Início dos convites — E-mail 01 + LinkedIn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4838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21/07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7764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325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Disparo WhatsApp para base qualificada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0325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30/07 – 04/08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2628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26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5811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Execução do evento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5811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26/08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7492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129783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Follow-up e relatório de resultados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12978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27/08 – 05/09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