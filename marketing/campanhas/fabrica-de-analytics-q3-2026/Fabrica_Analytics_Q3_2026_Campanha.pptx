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Campanha de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Fábrica de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A800"/>
                </a:solidFill>
              </a:rPr>
              <a:t>Geração de Leads — Q3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Julho · Agosto · Setembro 2026  |  Suporte e melhorias em SAC / Datasphere por demanda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91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As Dores Reais dos Clientes — VoC de 18 Reuniões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Baseado em falas explícitas dos clientes. Nenhuma inferência.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743200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Sem parceiro
para suportar SAC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21408"/>
            <a:ext cx="2523744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"a gente queria uma empresa para dar suporte
nessa passagem de conhecimento"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4937760"/>
            <a:ext cx="2523744" cy="457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DOR CENTRAL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325880"/>
            <a:ext cx="2743200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SAC contratado,
sem suporte p/ ativar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9856" y="2121408"/>
            <a:ext cx="2523744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"tentamos usar, não foi muito bem aceito"
"temos licenciamento... não chegamos a evoluir"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4937760"/>
            <a:ext cx="2523744" cy="457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9856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F6C"/>
                </a:solidFill>
              </a:rPr>
              <a:t>4 reuniões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1325880"/>
            <a:ext cx="274320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RFC em risco
de bloqueio SAP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4224" y="2121408"/>
            <a:ext cx="2523744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"nós estamos assombrados com isso"
"sem ele basicamente a fábrica pararia"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64224" y="4937760"/>
            <a:ext cx="2523744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 reuniões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4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98864" y="1325880"/>
            <a:ext cx="2743200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08592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S4 sobrecarregado
precisa ser otimizado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08592" y="2121408"/>
            <a:ext cx="2523744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08592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"eu preciso desafogar o nosso S4"
"vai vir uma fatura no final"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08592" y="4937760"/>
            <a:ext cx="2523744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8592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 reuniões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⚠  O que NÃO usar: IA/preditivo, BDC como posicionamento amplo, Joule/Copilot — zero menções espontâneas nas 18 reuniões.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Público-Alvo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394960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Perfil do ICP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36192"/>
            <a:ext cx="5120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Cargos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276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Gerente/Coord. de TI, Head de Dados/BI
Gestor de FP&amp;A, Controller, CFO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219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Empresa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21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Médio e grande porte
S4HANA ou RISE com SAC contratado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1635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Segmentos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81635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Indústria · Varejo · Agronegócio · Financeiro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1071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Tamanho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41071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Faturamento &gt; R$ 500M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05840"/>
            <a:ext cx="5577840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0972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Momento de Compra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536192"/>
            <a:ext cx="539496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1627632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0078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SAC parado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17007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Licença ativa, ferramenta sem uso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286000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359152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RFC em risco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35915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Arquitetura depende de RFC — nota SAP vigente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2944368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1752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S4 pesado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0175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Relatórios rodando no transacional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602735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675887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Sem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675887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 sem capacidade técnica para evoluir SAC/Datasphere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261103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334255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Pós-RISE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4334255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Go Live recente, jornada analítica não iniciada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4 Ângulos de Mensagem — Um por 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486400" cy="2743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640080" cy="2743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1556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Sem parceiro técnico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1645920"/>
            <a:ext cx="457200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78308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"Quem dá suporte no seu SAC hoje? Muitas empresas têm o ambiente implantado mas sem ninguém para evoluir e sustentar. Banco de horas resolve isso sem contratar."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05840"/>
            <a:ext cx="5486400" cy="2743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05840"/>
            <a:ext cx="640080" cy="2743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0116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2F6C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59" y="111556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SAC parado, sem suporte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59" y="1645920"/>
            <a:ext cx="45720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59" y="178308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"Não é falta de ferramenta — é falta de suporte para ativar e manter. A Solveplan entra, coloca no ar e sustenta o ambiente sem projeto de meses."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657600"/>
            <a:ext cx="5486400" cy="2743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657600"/>
            <a:ext cx="640080" cy="2743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6634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7673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RFC Urgente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297680"/>
            <a:ext cx="457200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4348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"A SAP vai bloquear suas extrações via RFC. Com suporte especializado, existe uma rota de transição que não exige reescrever tudo do zero."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657600"/>
            <a:ext cx="5486400" cy="2743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657600"/>
            <a:ext cx="640080" cy="2743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6634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7673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S4 Sobrecarregado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59" y="4297680"/>
            <a:ext cx="457200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59" y="44348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"Seu S4 não é para relatórios. Com suporte técnico certo, você move isso para a camada analítica correta — sem projeto interno, por demanda."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Metas de Sucesso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Conservadoras e defensáveis para um nicho B2B SAP. 1 deal fechado paga o investimento inteiro da campanha.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30–50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Alcance
(impressões)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8–12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Leads
Gerados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4–7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MQLs
(qualificados)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2–4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Reuniões
Agendadas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1–2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Oportunidades
Abertas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R$ 678k
–1,3M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Pipeline
Gerado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Ticket médio Solveplan: R$ 678.406  |  Meta de CPL: &lt; R$ 2.500  |  MQL/Lead: &gt;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143000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052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Racional: com 8–12 leads qualificados e ticket médio de R$ 678k, 1 deal fecha R$ 678k de pipeline — ROI positivo em qualquer cenário de budget razoável.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Canais e Formatos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874519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Email
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79" y="1709928"/>
            <a:ext cx="1691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Reativar 95 warm leads
dos eventos H1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Custo zero — base já qualificada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13432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1005840"/>
            <a:ext cx="187451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04872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LinkedIn
Orgânico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4872" y="1709928"/>
            <a:ext cx="169164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04872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4 posts (um por ângulo
de dor)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4872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04872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ICP ativo no LinkedIn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06824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6824" y="1005840"/>
            <a:ext cx="187451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8264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LinkedIn
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1709928"/>
            <a:ext cx="169164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Lead gen form +
sponsored content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98264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8264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8264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Segmentação precisa por cargo + empresa SAP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0216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0216" y="1005840"/>
            <a:ext cx="1874519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6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Google
Ads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709928"/>
            <a:ext cx="169164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6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Keywords RFC,
SAC Planning, Datasphere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91656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1656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1656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CPC R$ 2,48 | CTR 4,97% — já performa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93608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93608" y="1005840"/>
            <a:ext cx="1874519" cy="7315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5048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Blog /
Artigo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5048" y="1709928"/>
            <a:ext cx="1691640" cy="457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5048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artigo por ângulo
(SEO)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5048" y="3063240"/>
            <a:ext cx="1691640" cy="38404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5048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8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Médio prazo — autoridade e tráfego orgânico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87000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87000" y="1005840"/>
            <a:ext cx="1874519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78440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WhatsApp
Direto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78440" y="1709928"/>
            <a:ext cx="169164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78440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Follow-up dos
95 warm leads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78440" y="3063240"/>
            <a:ext cx="169164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78440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URGENTE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Primeira ação — antes de qualquer mídia paga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Cronograma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743200" cy="5943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PRÉ-CAMPANHA
Até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Segmentar 95 warm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Criar sequência de emails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Configurar LinkedIn Ads + Google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Criar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813048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Briefar time comercial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005840"/>
            <a:ext cx="2743200" cy="59436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JULHO
07–31/07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1: Reativar warm leads — RFC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2: LinkedIn posts + Ads 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3: Email RFC + Google 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9856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4: Artigo RFC + posts ângulo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1005840"/>
            <a:ext cx="2743200" cy="59436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AGOSTO
04–29/08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5: Email S4 sobrecarregado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6: Posts ângulo capacidade técnica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7: Email SAC como BI + artigo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8: Revisão mid-campaign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4" y="1005840"/>
            <a:ext cx="2743200" cy="59436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8864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SETEMBRO
01–30/09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98864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08592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Acelerar canal líder (definir em ago)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592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Reativar leads não convertidos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8592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Follow-up e qualificação comercial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08592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Relatório Q3 + aprendizados para Q4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Budget Estimado e Peças Necessárias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Budget estimado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35608"/>
            <a:ext cx="54864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48640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727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R$ 3.000–6.000/mês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84248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48255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Google 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48255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R$ 1.500–3.000/mês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59736"/>
            <a:ext cx="548640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2374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Produção de peças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52374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R$ 1.500–2.500 (único)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35224"/>
            <a:ext cx="5486400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992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Q3 estimado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999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R$ 16.000–29.000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02152"/>
            <a:ext cx="548640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Google Ads atual: CPC R$ 2,48 · CTR 4,97% — canal de menor risco para escalar.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0058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Peças necessárias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435608"/>
            <a:ext cx="52120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1508760"/>
            <a:ext cx="548640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554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Peça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15544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Canal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15544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Skill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911095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956815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sem parceiro (3 emails)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956815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1956815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313432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35915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RFC urgência (3 emails)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2359151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235915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715768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2761487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SAC parado (3 emails)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761487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marketing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2761487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118103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316382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4 posts LinkedIn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3163823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LinkedIn orgânico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3163823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/post-social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520439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0" y="356615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Banners LinkedIn Ads (3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3566159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LinkedIn Ads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566159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/anuncio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3922776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3968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Landing page suporte SAC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96849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Paid + orgânico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39684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325112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0" y="43708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Artigo RFC bloqueado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2560" y="437083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Blog / SEO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437083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/artigo-blog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4727448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0" y="477316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Artigo quem sustenta seu SAC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7731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Blog / SEO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0" y="4773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/artigo-blog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5129784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517550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Copy Google Ads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51755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Google Ads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517550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/anuncio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05840"/>
            <a:ext cx="106984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143000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43000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20700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Reativar os 95 warm leads dos eventos H1 via WhatsApp/email — ação imediata, custo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12070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Esta semana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709928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77393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Segmentar base por dor (RFC / SAC parado / S4 heavy) no HubSpot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7739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27/06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276856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76856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34086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sequência de emails por ângulo de dor — /material-campanha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843784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4378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90779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Configurar LinkedIn Ads + Google Ads com ângulos RFC e SAC parado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29077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10712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410712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4747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landing page: fale com especialista em suporte SAC/Datasphere — 30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4747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77640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77640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0416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Publicar artigo: 'RFC bloqueado — o que muda no seu ambiente SAP'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40416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Semana 4/jul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544568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54456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60857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Revisar performance mid-campaign e otimizar canais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6085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25/08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111496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11496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7550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Relatório Q3 + planejamento Q4 com os aprendizados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1240" y="517550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07/10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91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